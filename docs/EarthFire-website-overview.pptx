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711dad07ff24eb1" /><Relationship Type="http://schemas.openxmlformats.org/officeDocument/2006/relationships/extended-properties" Target="/docProps/app.xml" Id="R5ec951ddd24c469d" /><Relationship Type="http://schemas.openxmlformats.org/officeDocument/2006/relationships/officeDocument" Target="/ppt/presentation.xml" Id="Rfc1ba0e9e78946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11635865d7469d"/>
  </p:sldMasterIdLst>
  <p:notesMasterIdLst>
    <p:notesMasterId xmlns:r="http://schemas.openxmlformats.org/officeDocument/2006/relationships" r:id="R18f9cff0352643c3"/>
  </p:notesMasterIdLst>
  <p:sldIdLst>
    <p:sldId xmlns:r="http://schemas.openxmlformats.org/officeDocument/2006/relationships" id="256" r:id="Rc0fc2b2dbc8a439b"/>
    <p:sldId xmlns:r="http://schemas.openxmlformats.org/officeDocument/2006/relationships" id="257" r:id="Rffda2c9fd5434253"/>
    <p:sldId xmlns:r="http://schemas.openxmlformats.org/officeDocument/2006/relationships" id="258" r:id="Rc4df5d5611bc4702"/>
    <p:sldId xmlns:r="http://schemas.openxmlformats.org/officeDocument/2006/relationships" id="259" r:id="R15042390243b44e1"/>
    <p:sldId xmlns:r="http://schemas.openxmlformats.org/officeDocument/2006/relationships" id="260" r:id="R770bef9832af462a"/>
    <p:sldId xmlns:r="http://schemas.openxmlformats.org/officeDocument/2006/relationships" id="261" r:id="Rbb0b6e3c5bf14c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ffc17bd0c54276" /><Relationship Type="http://schemas.openxmlformats.org/officeDocument/2006/relationships/slideMaster" Target="/ppt/slideMasters/slideMaster1.xml" Id="R7111635865d7469d" /><Relationship Type="http://schemas.openxmlformats.org/officeDocument/2006/relationships/notesMaster" Target="/ppt/notesMasters/notesMaster1.xml" Id="R18f9cff0352643c3" /><Relationship Type="http://schemas.openxmlformats.org/officeDocument/2006/relationships/presProps" Target="/ppt/presProps.xml" Id="R472cb946fec54d3d" /><Relationship Type="http://schemas.openxmlformats.org/officeDocument/2006/relationships/tableStyles" Target="/ppt/tableStyles.xml" Id="R126530b1c8234e33" /><Relationship Type="http://schemas.openxmlformats.org/officeDocument/2006/relationships/slide" Target="/ppt/slides/slide1.xml" Id="Rc0fc2b2dbc8a439b" /><Relationship Type="http://schemas.openxmlformats.org/officeDocument/2006/relationships/slide" Target="/ppt/slides/slide2.xml" Id="Rffda2c9fd5434253" /><Relationship Type="http://schemas.openxmlformats.org/officeDocument/2006/relationships/slide" Target="/ppt/slides/slide3.xml" Id="Rc4df5d5611bc4702" /><Relationship Type="http://schemas.openxmlformats.org/officeDocument/2006/relationships/slide" Target="/ppt/slides/slide4.xml" Id="R15042390243b44e1" /><Relationship Type="http://schemas.openxmlformats.org/officeDocument/2006/relationships/slide" Target="/ppt/slides/slide5.xml" Id="R770bef9832af462a" /><Relationship Type="http://schemas.openxmlformats.org/officeDocument/2006/relationships/slide" Target="/ppt/slides/slide6.xml" Id="Rbb0b6e3c5bf1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050a1b845e40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f57e8b13f044b9" /><Relationship Type="http://schemas.openxmlformats.org/officeDocument/2006/relationships/notesMaster" Target="/ppt/notesMasters/notesMaster1.xml" Id="R7b6bc080cf4c42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31c5fa3367f49d0" /><Relationship Type="http://schemas.openxmlformats.org/officeDocument/2006/relationships/notesMaster" Target="/ppt/notesMasters/notesMaster1.xml" Id="R96922328ec6943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2b5d9358cb0482f" /><Relationship Type="http://schemas.openxmlformats.org/officeDocument/2006/relationships/notesMaster" Target="/ppt/notesMasters/notesMaster1.xml" Id="R559c0c36349a4ba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28a80519fd4abe" /><Relationship Type="http://schemas.openxmlformats.org/officeDocument/2006/relationships/notesMaster" Target="/ppt/notesMasters/notesMaster1.xml" Id="Re1021c68ceec43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3c6bba7ba5449e" /><Relationship Type="http://schemas.openxmlformats.org/officeDocument/2006/relationships/notesMaster" Target="/ppt/notesMasters/notesMaster1.xml" Id="R465f832cd57e46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cc4c32457bf46a3" /><Relationship Type="http://schemas.openxmlformats.org/officeDocument/2006/relationships/notesMaster" Target="/ppt/notesMasters/notesMaster1.xml" Id="R0a24036cfe2e43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source: https://github.com/ehasanulhaque152/EarthFire. This deck uses stills from the project’s illustrated walkthrough video, not direct browser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displayed Bangladesh data is a saved demonstration snapshot from 26 September 2026. Counts and FRP are observations, not fire perimeters. Source: EarthFire local dashboard and docs/earthfire-walkthrough.mp4.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EarthFire groups detections by UTC date. Region selection changes the requested bounding box. Source: EarthFire dashboard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MODIS and VIIRS have different detection footprints. The harmonized layer shows occupied 0.5° daily cells. Source: EarthFire dashboard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activity signal is a statistical comparison of recent covered days. It is not a wildfire risk or probability forecast. Source: EarthFire dashboard and README.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sensor retains separate raw counts and FRP. A harmonized count is one occupied cell per UTC day when either sensor detects activity. The optional TensorFlow LSTM predicts next-day occupied cells only after sufficient historical coverage. It is experimental and not an emergency forecast. Source: EarthFire README and backend/train_lstm.py.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04c0cce0184d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e5d8d8d24d545a2" /><Relationship Type="http://schemas.openxmlformats.org/officeDocument/2006/relationships/slideLayout" Target="/ppt/slideLayouts/slideLayout1.xml" Id="R46454cd328ea4f7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454cd328ea4f7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b162512c584c22" /><Relationship Type="http://schemas.openxmlformats.org/officeDocument/2006/relationships/notesSlide" Target="/ppt/notesSlides/notesSlide1.xml" Id="R4937a27bf8a246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f728d44c34966" /><Relationship Type="http://schemas.openxmlformats.org/officeDocument/2006/relationships/image" Target="/ppt/media/image.png" Id="Ra34380522a204f6f" /><Relationship Type="http://schemas.openxmlformats.org/officeDocument/2006/relationships/notesSlide" Target="/ppt/notesSlides/notesSlide2.xml" Id="R973076d946384d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fc29dc9de4fd5" /><Relationship Type="http://schemas.openxmlformats.org/officeDocument/2006/relationships/image" Target="/ppt/media/image2.png" Id="Rbf73fc3d27a14156" /><Relationship Type="http://schemas.openxmlformats.org/officeDocument/2006/relationships/notesSlide" Target="/ppt/notesSlides/notesSlide3.xml" Id="R7b5e9db3c0a547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33a1b087e9453a" /><Relationship Type="http://schemas.openxmlformats.org/officeDocument/2006/relationships/image" Target="/ppt/media/image3.png" Id="R8f414837ff3d4903" /><Relationship Type="http://schemas.openxmlformats.org/officeDocument/2006/relationships/notesSlide" Target="/ppt/notesSlides/notesSlide4.xml" Id="Rbf5041f3a2a04c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fc06c445e4d80" /><Relationship Type="http://schemas.openxmlformats.org/officeDocument/2006/relationships/image" Target="/ppt/media/image4.png" Id="Re2c4576c40be44ac" /><Relationship Type="http://schemas.openxmlformats.org/officeDocument/2006/relationships/notesSlide" Target="/ppt/notesSlides/notesSlide5.xml" Id="R68698308514d4c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6aa073498468f" /><Relationship Type="http://schemas.openxmlformats.org/officeDocument/2006/relationships/image" Target="/ppt/media/image5.png" Id="Rc42fe51a8d654352" /><Relationship Type="http://schemas.openxmlformats.org/officeDocument/2006/relationships/notesSlide" Target="/ppt/notesSlides/notesSlide6.xml" Id="R6a6fbf9ae3c24f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DB47E-2365-4BF4-8459-6A2D656C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EDF4F6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EDF4F6"/>
                </a:solidFill>
                <a:latin typeface="Arial"/>
                <a:ea typeface="Arial"/>
                <a:cs typeface="Arial"/>
              </a:rPr>
              <a:t>EarthFire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B7804-7709-41E2-AB60-C2A95DAB9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57525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FC9C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FC9CC"/>
                </a:solidFill>
                <a:latin typeface="Arial"/>
                <a:ea typeface="Arial"/>
                <a:cs typeface="Arial"/>
              </a:rPr>
              <a:t>A website for exploring MODIS and VIIRS fire detections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6C9571-3418-474C-B9E6-974FCFFF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8637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A7BDC4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7BDC4"/>
                </a:solidFill>
                <a:latin typeface="Arial"/>
                <a:ea typeface="Arial"/>
                <a:cs typeface="Arial"/>
              </a:rPr>
              <a:t>NASA FIRMS data  •  Interactive globe  •  Daily harmonized grid</a:t>
            </a:r>
          </a:p>
        </p:txBody>
      </p:sp>
    </p:spTree>
    <p:extLst>
      <p:ext uri="{BB962C8B-B14F-4D97-AF65-F5344CB8AC3E}">
        <p14:creationId xmlns:p14="http://schemas.microsoft.com/office/powerpoint/2010/main" val="357941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6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3DA8DD-BE0A-4F7A-BD55-061BD3D04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DF4F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4F6"/>
                </a:solidFill>
                <a:latin typeface="Arial"/>
                <a:ea typeface="Arial"/>
                <a:cs typeface="Arial"/>
              </a:rPr>
              <a:t>Dashboard overview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8742B1-5FBB-4430-8FD8-93076CE66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C9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C9CC"/>
                </a:solidFill>
                <a:latin typeface="Arial"/>
                <a:ea typeface="Arial"/>
                <a:cs typeface="Arial"/>
              </a:rPr>
              <a:t>Select a region, sync FIRMS observations, and review the latest activity.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380522a204f6f"/>
          <a:stretch xmlns:a="http://schemas.openxmlformats.org/drawingml/2006/main"/>
        </p:blipFill>
        <p:spPr>
          <a:xfrm xmlns:a="http://schemas.openxmlformats.org/drawingml/2006/main">
            <a:off x="1278467" y="1409700"/>
            <a:ext cx="9635067" cy="5419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3936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6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45A494-464B-45F3-B598-1E333298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DF4F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4F6"/>
                </a:solidFill>
                <a:latin typeface="Arial"/>
                <a:ea typeface="Arial"/>
                <a:cs typeface="Arial"/>
              </a:rPr>
              <a:t>Region and day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52B92E-1DAD-4B57-95B3-EEF38EDD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C9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C9CC"/>
                </a:solidFill>
                <a:latin typeface="Arial"/>
                <a:ea typeface="Arial"/>
                <a:cs typeface="Arial"/>
              </a:rPr>
              <a:t>The calendar changes the UTC day shown on the map and in daily totals.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73fc3d27a14156"/>
          <a:stretch xmlns:a="http://schemas.openxmlformats.org/drawingml/2006/main"/>
        </p:blipFill>
        <p:spPr>
          <a:xfrm xmlns:a="http://schemas.openxmlformats.org/drawingml/2006/main">
            <a:off x="1278467" y="1409700"/>
            <a:ext cx="9635067" cy="5419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153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6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0755CA-0698-4FB0-A106-3C2019CB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DF4F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4F6"/>
                </a:solidFill>
                <a:latin typeface="Arial"/>
                <a:ea typeface="Arial"/>
                <a:cs typeface="Arial"/>
              </a:rPr>
              <a:t>MODIS, VIIRS, and harmonized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0E9813-6908-48FB-9E3B-5827161F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C9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C9CC"/>
                </a:solidFill>
                <a:latin typeface="Arial"/>
                <a:ea typeface="Arial"/>
                <a:cs typeface="Arial"/>
              </a:rPr>
              <a:t>Layer controls let visitors compare each sensor with the shared grid view.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414837ff3d4903"/>
          <a:stretch xmlns:a="http://schemas.openxmlformats.org/drawingml/2006/main"/>
        </p:blipFill>
        <p:spPr>
          <a:xfrm xmlns:a="http://schemas.openxmlformats.org/drawingml/2006/main">
            <a:off x="1278467" y="1409700"/>
            <a:ext cx="9635067" cy="5419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3612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6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75345-B46C-4D3A-BDF0-ACE04860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DF4F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4F6"/>
                </a:solidFill>
                <a:latin typeface="Arial"/>
                <a:ea typeface="Arial"/>
                <a:cs typeface="Arial"/>
              </a:rPr>
              <a:t>Daily activity and trends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B57A67-4AB4-4B5A-8D29-F9AFCA5A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FC9C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C9CC"/>
                </a:solidFill>
                <a:latin typeface="Arial"/>
                <a:ea typeface="Arial"/>
                <a:cs typeface="Arial"/>
              </a:rPr>
              <a:t>The chart switches between detection counts and fire radiative power.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c4576c40be44ac"/>
          <a:stretch xmlns:a="http://schemas.openxmlformats.org/drawingml/2006/main"/>
        </p:blipFill>
        <p:spPr>
          <a:xfrm xmlns:a="http://schemas.openxmlformats.org/drawingml/2006/main">
            <a:off x="1278467" y="1409700"/>
            <a:ext cx="9635067" cy="5419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1000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612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F83D21-EA7F-4FB1-847C-4FDC667A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EDF4F6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EDF4F6"/>
                </a:solidFill>
                <a:latin typeface="Arial"/>
                <a:ea typeface="Arial"/>
                <a:cs typeface="Arial"/>
              </a:rPr>
              <a:t>The harmonization 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A4412C-B1BC-4ACD-A6B4-E17357A1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144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38764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38764"/>
                </a:solidFill>
                <a:latin typeface="Arial"/>
                <a:ea typeface="Arial"/>
                <a:cs typeface="Arial"/>
              </a:rPr>
              <a:t>MODIS and VIIRS observations align by UTC day and 0.5° grid cell.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2fe51a8d654352"/>
          <a:stretch xmlns:a="http://schemas.openxmlformats.org/drawingml/2006/main"/>
        </p:blipFill>
        <p:spPr>
          <a:xfrm xmlns:a="http://schemas.openxmlformats.org/drawingml/2006/main">
            <a:off x="1278467" y="1409700"/>
            <a:ext cx="9635067" cy="54197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40821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2026-09-27T15:54:04.8680000Z</dcterms:created>
  <dcterms:modified xsi:type="dcterms:W3CDTF">2026-09-27T15:54:04.8680000Z</dcterms:modified>
</coreProperties>
</file>